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9F3EB-8105-378B-046D-47FE4865F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30039-A53E-70F4-6D43-5F3D9B55A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7B8FD-4F84-AA59-CD76-495A4839E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48B4-374F-43A7-BC4B-E75C8D0DE8A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3009B-B41D-7110-8F82-8A923F81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16216-F2D3-3134-C706-C157E6BFE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38C7-05DF-468D-87CE-FE53EF2B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35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626B-6226-7B24-4397-BCC2A33A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4830F-6C4C-05E6-7929-3285793AB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C5BF8-DC46-820D-3C31-4EABAEECA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48B4-374F-43A7-BC4B-E75C8D0DE8A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CBB19-F162-7AEE-2A08-745CC7D4D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5FE07-6E35-3BCD-2030-B7636E77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38C7-05DF-468D-87CE-FE53EF2B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43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F40FA-1923-C3C1-F4AF-2842D5BE2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A8552-7831-C91E-30A3-2975D8458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C2A37-1822-2F53-06FC-9B98A369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48B4-374F-43A7-BC4B-E75C8D0DE8A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8B00A-6E6F-7163-4480-419FA537A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EFF87-6955-8045-83EB-597140F2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38C7-05DF-468D-87CE-FE53EF2B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05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EA32-590D-D4AE-711C-214A023C3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C1E1B-B693-3437-B0C6-030379C6E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87E5A-BF79-2FC4-6FC1-5456D20E4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ADBD2-C724-BB0C-AEB2-20EE1F364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48B4-374F-43A7-BC4B-E75C8D0DE8A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21037-1C80-DBEC-A89C-D8D64919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3F2DC-5385-A0C8-0478-7DE8F22C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38C7-05DF-468D-87CE-FE53EF2B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9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AA8EA-215A-E3EA-49E1-8AC907E4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C69AD-EF97-5B93-0B29-84024E580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3393D-8B53-BAD1-DC33-852772483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895A94-39EC-29E4-93CF-8F4B92648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3A0AC-93D4-0DDD-E9B8-0ACC1569F1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565672-FCDE-0F00-E1C0-4F386429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48B4-374F-43A7-BC4B-E75C8D0DE8A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A2A35-DDB2-6173-85B7-800459D33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2351E9-824B-5A24-6BE6-4F4C19998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38C7-05DF-468D-87CE-FE53EF2B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1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DF11-0DE8-CF99-1A99-A5B95C24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36155-31D2-33C6-EE2F-37CA5B079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48B4-374F-43A7-BC4B-E75C8D0DE8A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8792A-FF97-C257-9C5C-B4B7D92E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123FE-427B-D74E-0DE1-E33A813C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38C7-05DF-468D-87CE-FE53EF2B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0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B1B627-AB52-4027-9FEA-44FC689D9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48B4-374F-43A7-BC4B-E75C8D0DE8A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268166-76E4-6D91-D5C5-53A500EB8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C281A-5610-44F3-5A67-60DDBA419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38C7-05DF-468D-87CE-FE53EF2B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2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A058-10F3-9F9F-F8D7-FBB55A7E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7E8FB-1E8B-FCE6-F5F1-22FFF13F9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0D5A1-681C-D799-106F-6A3FE6E68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F11D4-D85D-785E-A1C2-F72AC39B2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48B4-374F-43A7-BC4B-E75C8D0DE8A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CE580-7CB0-9409-19AA-21A16F69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A9FCE-5DAD-10C0-C4E4-4D5482A2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38C7-05DF-468D-87CE-FE53EF2B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11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B368-4257-D71A-211F-BB9902947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9C9103-76B4-1F10-C598-D8675FD35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60866-DFBA-9892-066B-46C881B64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604DD-2D27-3F48-89DB-D38C5778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48B4-374F-43A7-BC4B-E75C8D0DE8A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286AD-EB1A-7203-E913-F42182FE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213E0-7FAB-3D26-B680-B4D326B26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38C7-05DF-468D-87CE-FE53EF2B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18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B43F-C79C-F9D3-EE86-B02F8023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DCA85-FD4E-63BF-AD7F-E51B6A657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19CFB-D2D4-653D-13B1-344CA098B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48B4-374F-43A7-BC4B-E75C8D0DE8A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DB7F2-A283-76FF-DB98-9E825551F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4850C-02FF-C50B-17A8-1B47BE12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38C7-05DF-468D-87CE-FE53EF2B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43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77C9DE-45F8-416C-A2C6-57FA27B4B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11D98B-AD4D-F5A9-6B4D-3BA54CE11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7DF72-6D16-9F4A-979C-8B916645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E48B4-374F-43A7-BC4B-E75C8D0DE8A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0937D-60FD-126D-36E8-EFF6E58D2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E91A6-3D35-F116-576E-164DC6AF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938C7-05DF-468D-87CE-FE53EF2B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5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ED868-6771-A713-F0B9-C58FB5A8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5A67C-8B57-BF1C-D35B-184E7B846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340A5-6156-587E-AD0A-6B43C6B71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6E48B4-374F-43A7-BC4B-E75C8D0DE8A0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CC29A-02CD-C0AF-895E-FC9EEF73DC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1925B-3C53-E7F9-3C52-9C02EA453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938C7-05DF-468D-87CE-FE53EF2B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3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5FB5CBE-4984-675F-EE3F-4F12CC7BC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296" y="884849"/>
            <a:ext cx="7172796" cy="471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8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E18268-3853-22A7-A2B9-ED1B76B16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47" y="1107959"/>
            <a:ext cx="4142991" cy="46420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AB2F25-D493-3C40-8039-8A0F1E281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764" y="1107959"/>
            <a:ext cx="9532462" cy="46420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883E6A5-471B-8A14-BEA1-C1CFB5175F63}"/>
              </a:ext>
            </a:extLst>
          </p:cNvPr>
          <p:cNvSpPr/>
          <p:nvPr/>
        </p:nvSpPr>
        <p:spPr>
          <a:xfrm>
            <a:off x="846447" y="1107959"/>
            <a:ext cx="307025" cy="3070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8319-D639-D20E-EA0D-47720401820B}"/>
              </a:ext>
            </a:extLst>
          </p:cNvPr>
          <p:cNvSpPr/>
          <p:nvPr/>
        </p:nvSpPr>
        <p:spPr>
          <a:xfrm>
            <a:off x="5040764" y="1107958"/>
            <a:ext cx="307025" cy="3070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361346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Uning, Kevin</dc:creator>
  <cp:lastModifiedBy>Uning, Kevin</cp:lastModifiedBy>
  <cp:revision>2</cp:revision>
  <dcterms:created xsi:type="dcterms:W3CDTF">2024-10-29T02:46:30Z</dcterms:created>
  <dcterms:modified xsi:type="dcterms:W3CDTF">2024-10-30T22:32:02Z</dcterms:modified>
</cp:coreProperties>
</file>